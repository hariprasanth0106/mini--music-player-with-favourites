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Barlow SemiCondensed Bold Italics" charset="1" panose="00000806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811831"/>
            <a:ext cx="16230600" cy="4564856"/>
          </a:xfrm>
          <a:custGeom>
            <a:avLst/>
            <a:gdLst/>
            <a:ahLst/>
            <a:cxnLst/>
            <a:rect r="r" b="b" t="t" l="l"/>
            <a:pathLst>
              <a:path h="4564856" w="16230600">
                <a:moveTo>
                  <a:pt x="0" y="0"/>
                </a:moveTo>
                <a:lnTo>
                  <a:pt x="16230600" y="0"/>
                </a:lnTo>
                <a:lnTo>
                  <a:pt x="16230600" y="4564856"/>
                </a:lnTo>
                <a:lnTo>
                  <a:pt x="0" y="456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811831"/>
            <a:ext cx="16230600" cy="4564856"/>
          </a:xfrm>
          <a:custGeom>
            <a:avLst/>
            <a:gdLst/>
            <a:ahLst/>
            <a:cxnLst/>
            <a:rect r="r" b="b" t="t" l="l"/>
            <a:pathLst>
              <a:path h="4564856" w="16230600">
                <a:moveTo>
                  <a:pt x="0" y="0"/>
                </a:moveTo>
                <a:lnTo>
                  <a:pt x="16230600" y="0"/>
                </a:lnTo>
                <a:lnTo>
                  <a:pt x="16230600" y="4564856"/>
                </a:lnTo>
                <a:lnTo>
                  <a:pt x="0" y="456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925732" y="7523704"/>
            <a:ext cx="2436537" cy="576255"/>
            <a:chOff x="0" y="0"/>
            <a:chExt cx="641722" cy="1517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1722" cy="151771"/>
            </a:xfrm>
            <a:custGeom>
              <a:avLst/>
              <a:gdLst/>
              <a:ahLst/>
              <a:cxnLst/>
              <a:rect r="r" b="b" t="t" l="l"/>
              <a:pathLst>
                <a:path h="151771" w="641722">
                  <a:moveTo>
                    <a:pt x="75885" y="0"/>
                  </a:moveTo>
                  <a:lnTo>
                    <a:pt x="565836" y="0"/>
                  </a:lnTo>
                  <a:cubicBezTo>
                    <a:pt x="585962" y="0"/>
                    <a:pt x="605264" y="7995"/>
                    <a:pt x="619495" y="22226"/>
                  </a:cubicBezTo>
                  <a:cubicBezTo>
                    <a:pt x="633727" y="36458"/>
                    <a:pt x="641722" y="55759"/>
                    <a:pt x="641722" y="75885"/>
                  </a:cubicBezTo>
                  <a:lnTo>
                    <a:pt x="641722" y="75885"/>
                  </a:lnTo>
                  <a:cubicBezTo>
                    <a:pt x="641722" y="117796"/>
                    <a:pt x="607747" y="151771"/>
                    <a:pt x="565836" y="151771"/>
                  </a:cubicBezTo>
                  <a:lnTo>
                    <a:pt x="75885" y="151771"/>
                  </a:lnTo>
                  <a:cubicBezTo>
                    <a:pt x="55759" y="151771"/>
                    <a:pt x="36458" y="143776"/>
                    <a:pt x="22226" y="129545"/>
                  </a:cubicBezTo>
                  <a:cubicBezTo>
                    <a:pt x="7995" y="115313"/>
                    <a:pt x="0" y="96011"/>
                    <a:pt x="0" y="75885"/>
                  </a:cubicBezTo>
                  <a:lnTo>
                    <a:pt x="0" y="75885"/>
                  </a:lnTo>
                  <a:cubicBezTo>
                    <a:pt x="0" y="55759"/>
                    <a:pt x="7995" y="36458"/>
                    <a:pt x="22226" y="22226"/>
                  </a:cubicBezTo>
                  <a:cubicBezTo>
                    <a:pt x="36458" y="7995"/>
                    <a:pt x="55759" y="0"/>
                    <a:pt x="758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641722" cy="275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53233" y="2059648"/>
            <a:ext cx="6816201" cy="5035468"/>
          </a:xfrm>
          <a:custGeom>
            <a:avLst/>
            <a:gdLst/>
            <a:ahLst/>
            <a:cxnLst/>
            <a:rect r="r" b="b" t="t" l="l"/>
            <a:pathLst>
              <a:path h="5035468" w="6816201">
                <a:moveTo>
                  <a:pt x="0" y="0"/>
                </a:moveTo>
                <a:lnTo>
                  <a:pt x="6816201" y="0"/>
                </a:lnTo>
                <a:lnTo>
                  <a:pt x="6816201" y="5035468"/>
                </a:lnTo>
                <a:lnTo>
                  <a:pt x="0" y="5035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8875" y="3887396"/>
            <a:ext cx="15190251" cy="350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33"/>
              </a:lnSpc>
              <a:spcBef>
                <a:spcPct val="0"/>
              </a:spcBef>
            </a:pPr>
            <a:r>
              <a:rPr lang="en-US" b="true" sz="27118" i="true" spc="-1681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MUSIC FEST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75222" y="1126951"/>
            <a:ext cx="384078" cy="47625"/>
            <a:chOff x="0" y="0"/>
            <a:chExt cx="10115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577492" y="3063474"/>
            <a:ext cx="7133016" cy="71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6"/>
              </a:lnSpc>
            </a:pPr>
            <a:r>
              <a:rPr lang="en-US" sz="514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 To Our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47137" y="7513381"/>
            <a:ext cx="2193727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b="true" sz="2300" spc="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 Slide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875222" y="1256432"/>
            <a:ext cx="384078" cy="47625"/>
            <a:chOff x="0" y="0"/>
            <a:chExt cx="101156" cy="12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5222" y="1389782"/>
            <a:ext cx="384078" cy="47625"/>
            <a:chOff x="0" y="0"/>
            <a:chExt cx="101156" cy="12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4489" y="1528474"/>
            <a:ext cx="2107268" cy="7593758"/>
          </a:xfrm>
          <a:custGeom>
            <a:avLst/>
            <a:gdLst/>
            <a:ahLst/>
            <a:cxnLst/>
            <a:rect r="r" b="b" t="t" l="l"/>
            <a:pathLst>
              <a:path h="7593758" w="2107268">
                <a:moveTo>
                  <a:pt x="0" y="0"/>
                </a:moveTo>
                <a:lnTo>
                  <a:pt x="2107268" y="0"/>
                </a:lnTo>
                <a:lnTo>
                  <a:pt x="2107268" y="7593758"/>
                </a:lnTo>
                <a:lnTo>
                  <a:pt x="0" y="7593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31111" y="4625857"/>
            <a:ext cx="5300492" cy="3915738"/>
          </a:xfrm>
          <a:custGeom>
            <a:avLst/>
            <a:gdLst/>
            <a:ahLst/>
            <a:cxnLst/>
            <a:rect r="r" b="b" t="t" l="l"/>
            <a:pathLst>
              <a:path h="3915738" w="5300492">
                <a:moveTo>
                  <a:pt x="0" y="0"/>
                </a:moveTo>
                <a:lnTo>
                  <a:pt x="5300492" y="0"/>
                </a:lnTo>
                <a:lnTo>
                  <a:pt x="5300492" y="3915738"/>
                </a:lnTo>
                <a:lnTo>
                  <a:pt x="0" y="3915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841084" y="3713521"/>
            <a:ext cx="8226177" cy="5408711"/>
          </a:xfrm>
          <a:custGeom>
            <a:avLst/>
            <a:gdLst/>
            <a:ahLst/>
            <a:cxnLst/>
            <a:rect r="r" b="b" t="t" l="l"/>
            <a:pathLst>
              <a:path h="5408711" w="8226177">
                <a:moveTo>
                  <a:pt x="8226177" y="0"/>
                </a:moveTo>
                <a:lnTo>
                  <a:pt x="0" y="0"/>
                </a:lnTo>
                <a:lnTo>
                  <a:pt x="0" y="5408711"/>
                </a:lnTo>
                <a:lnTo>
                  <a:pt x="8226177" y="5408711"/>
                </a:lnTo>
                <a:lnTo>
                  <a:pt x="822617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5358" y="2400822"/>
            <a:ext cx="8331895" cy="13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EVENT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358" y="3668858"/>
            <a:ext cx="9806931" cy="46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b="true" sz="2300" spc="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300" spc="14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ini music player with favorites using HTML, CSS, and JS.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358" y="4289534"/>
            <a:ext cx="6128290" cy="514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This is a simple, lightweight music player built using HTM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L, CSS, and JavaScript. It features core audio playback functionality with a clean, centered UI and a floating favorites list on the top-right. Users can: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Play, pause, skip forward or backward through songs.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View current song details (cover + title).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Mark songs as favorites.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View and play songs directly from their favorites list.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74725" y="4093983"/>
            <a:ext cx="3146129" cy="2324203"/>
          </a:xfrm>
          <a:custGeom>
            <a:avLst/>
            <a:gdLst/>
            <a:ahLst/>
            <a:cxnLst/>
            <a:rect r="r" b="b" t="t" l="l"/>
            <a:pathLst>
              <a:path h="2324203" w="3146129">
                <a:moveTo>
                  <a:pt x="0" y="0"/>
                </a:moveTo>
                <a:lnTo>
                  <a:pt x="3146128" y="0"/>
                </a:lnTo>
                <a:lnTo>
                  <a:pt x="3146128" y="2324203"/>
                </a:lnTo>
                <a:lnTo>
                  <a:pt x="0" y="2324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86236" y="4057630"/>
            <a:ext cx="3146129" cy="2324203"/>
          </a:xfrm>
          <a:custGeom>
            <a:avLst/>
            <a:gdLst/>
            <a:ahLst/>
            <a:cxnLst/>
            <a:rect r="r" b="b" t="t" l="l"/>
            <a:pathLst>
              <a:path h="2324203" w="3146129">
                <a:moveTo>
                  <a:pt x="0" y="0"/>
                </a:moveTo>
                <a:lnTo>
                  <a:pt x="3146128" y="0"/>
                </a:lnTo>
                <a:lnTo>
                  <a:pt x="3146128" y="2324203"/>
                </a:lnTo>
                <a:lnTo>
                  <a:pt x="0" y="2324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44786" y="4093983"/>
            <a:ext cx="3146129" cy="2324203"/>
          </a:xfrm>
          <a:custGeom>
            <a:avLst/>
            <a:gdLst/>
            <a:ahLst/>
            <a:cxnLst/>
            <a:rect r="r" b="b" t="t" l="l"/>
            <a:pathLst>
              <a:path h="2324203" w="3146129">
                <a:moveTo>
                  <a:pt x="0" y="0"/>
                </a:moveTo>
                <a:lnTo>
                  <a:pt x="3146129" y="0"/>
                </a:lnTo>
                <a:lnTo>
                  <a:pt x="3146129" y="2324203"/>
                </a:lnTo>
                <a:lnTo>
                  <a:pt x="0" y="2324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01673" y="1257300"/>
            <a:ext cx="14021614" cy="130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PROBLEM 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745" y="3221341"/>
            <a:ext cx="15642509" cy="655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27654" indent="-263827" lvl="1">
              <a:lnSpc>
                <a:spcPts val="4154"/>
              </a:lnSpc>
              <a:buFont typeface="Arial"/>
              <a:buChar char="•"/>
            </a:pPr>
            <a:r>
              <a:rPr lang="en-US" sz="2443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43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design and develop a simple, browser-based music player that allows users to play songs, navigate between tracks, and manage a list of favorite songs — all without needing a backend or user login system. The player should be lightweight, responsive, and easy to use.</a:t>
            </a:r>
          </a:p>
          <a:p>
            <a:pPr algn="ctr">
              <a:lnSpc>
                <a:spcPts val="4154"/>
              </a:lnSpc>
            </a:pPr>
          </a:p>
          <a:p>
            <a:pPr algn="ctr" marL="527654" indent="-263827" lvl="1">
              <a:lnSpc>
                <a:spcPts val="4154"/>
              </a:lnSpc>
              <a:buFont typeface="Arial"/>
              <a:buChar char="•"/>
            </a:pPr>
            <a:r>
              <a:rPr lang="en-US" sz="2443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This project aims to design and implement a mini music player using HTML, CSS, and JavaScript, that provides essential audio playback features while maintaining a clean, simple user interface. The player will also allow users to add and access favorite tracks, offering a personalized yet local experience without any backend or database integration.</a:t>
            </a:r>
          </a:p>
          <a:p>
            <a:pPr algn="ctr">
              <a:lnSpc>
                <a:spcPts val="4154"/>
              </a:lnSpc>
            </a:pPr>
          </a:p>
          <a:p>
            <a:pPr algn="ctr" marL="0" indent="0" lvl="0">
              <a:lnSpc>
                <a:spcPts val="415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15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13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1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18949" y="2089049"/>
            <a:ext cx="3058221" cy="2488852"/>
          </a:xfrm>
          <a:custGeom>
            <a:avLst/>
            <a:gdLst/>
            <a:ahLst/>
            <a:cxnLst/>
            <a:rect r="r" b="b" t="t" l="l"/>
            <a:pathLst>
              <a:path h="2488852" w="3058221">
                <a:moveTo>
                  <a:pt x="0" y="0"/>
                </a:moveTo>
                <a:lnTo>
                  <a:pt x="3058221" y="0"/>
                </a:lnTo>
                <a:lnTo>
                  <a:pt x="3058221" y="2488852"/>
                </a:lnTo>
                <a:lnTo>
                  <a:pt x="0" y="2488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81" t="0" r="-508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7172" y="5462299"/>
            <a:ext cx="3058221" cy="2488852"/>
          </a:xfrm>
          <a:custGeom>
            <a:avLst/>
            <a:gdLst/>
            <a:ahLst/>
            <a:cxnLst/>
            <a:rect r="r" b="b" t="t" l="l"/>
            <a:pathLst>
              <a:path h="2488852" w="3058221">
                <a:moveTo>
                  <a:pt x="0" y="0"/>
                </a:moveTo>
                <a:lnTo>
                  <a:pt x="3058220" y="0"/>
                </a:lnTo>
                <a:lnTo>
                  <a:pt x="3058220" y="2488851"/>
                </a:lnTo>
                <a:lnTo>
                  <a:pt x="0" y="2488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81" t="0" r="-508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11247" y="486651"/>
            <a:ext cx="8331895" cy="13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468" y="1702709"/>
            <a:ext cx="11229857" cy="60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5"/>
              </a:lnSpc>
              <a:spcBef>
                <a:spcPct val="0"/>
              </a:spcBef>
            </a:pPr>
            <a:r>
              <a:rPr lang="en-US" b="true" sz="2832" spc="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468" y="2379093"/>
            <a:ext cx="14041563" cy="329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HTML5                       :   Page structure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CSS3                         :   Styling and layout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JavaScripT              :  Player functionality &amp; logic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Browser                    :  Any modern browser (Chrome, Firefox,)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Text Editor                :  VS Code / Sublime Text / Notepad++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29468" y="5290849"/>
            <a:ext cx="7973241" cy="60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5"/>
              </a:lnSpc>
              <a:spcBef>
                <a:spcPct val="0"/>
              </a:spcBef>
            </a:pPr>
            <a:r>
              <a:rPr lang="en-US" b="true" sz="2832" spc="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468" y="5524789"/>
            <a:ext cx="9969564" cy="440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Component                         Specification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Device                       :     PC/Laptop/Mobile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RAM                           :   Minimum 2GB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Storage                    :  Few  MBs(for songs/images)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Browser                    :  Latest version (Chrome, Edge,ext)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  <a:r>
              <a:rPr lang="en-US" sz="257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Internet                    :  Only required for hosting/upload </a:t>
            </a:r>
          </a:p>
          <a:p>
            <a:pPr algn="l" marL="0" indent="0" lvl="0">
              <a:lnSpc>
                <a:spcPts val="4370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753646" y="1727956"/>
            <a:ext cx="5790921" cy="6040074"/>
          </a:xfrm>
          <a:custGeom>
            <a:avLst/>
            <a:gdLst/>
            <a:ahLst/>
            <a:cxnLst/>
            <a:rect r="r" b="b" t="t" l="l"/>
            <a:pathLst>
              <a:path h="6040074" w="5790921">
                <a:moveTo>
                  <a:pt x="0" y="0"/>
                </a:moveTo>
                <a:lnTo>
                  <a:pt x="5790921" y="0"/>
                </a:lnTo>
                <a:lnTo>
                  <a:pt x="5790921" y="6040074"/>
                </a:lnTo>
                <a:lnTo>
                  <a:pt x="0" y="604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50404" y="2143192"/>
            <a:ext cx="1522068" cy="5484930"/>
          </a:xfrm>
          <a:custGeom>
            <a:avLst/>
            <a:gdLst/>
            <a:ahLst/>
            <a:cxnLst/>
            <a:rect r="r" b="b" t="t" l="l"/>
            <a:pathLst>
              <a:path h="5484930" w="1522068">
                <a:moveTo>
                  <a:pt x="0" y="0"/>
                </a:moveTo>
                <a:lnTo>
                  <a:pt x="1522068" y="0"/>
                </a:lnTo>
                <a:lnTo>
                  <a:pt x="1522068" y="5484929"/>
                </a:lnTo>
                <a:lnTo>
                  <a:pt x="0" y="5484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99031" y="3763857"/>
            <a:ext cx="7058615" cy="4641039"/>
          </a:xfrm>
          <a:custGeom>
            <a:avLst/>
            <a:gdLst/>
            <a:ahLst/>
            <a:cxnLst/>
            <a:rect r="r" b="b" t="t" l="l"/>
            <a:pathLst>
              <a:path h="4641039" w="7058615">
                <a:moveTo>
                  <a:pt x="0" y="0"/>
                </a:moveTo>
                <a:lnTo>
                  <a:pt x="7058615" y="0"/>
                </a:lnTo>
                <a:lnTo>
                  <a:pt x="7058615" y="4641039"/>
                </a:lnTo>
                <a:lnTo>
                  <a:pt x="0" y="4641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47172" y="735330"/>
            <a:ext cx="53572" cy="586740"/>
            <a:chOff x="0" y="0"/>
            <a:chExt cx="14109" cy="1545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27515" y="72580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9606" y="9083491"/>
            <a:ext cx="12442205" cy="3499370"/>
          </a:xfrm>
          <a:custGeom>
            <a:avLst/>
            <a:gdLst/>
            <a:ahLst/>
            <a:cxnLst/>
            <a:rect r="r" b="b" t="t" l="l"/>
            <a:pathLst>
              <a:path h="3499370" w="12442205">
                <a:moveTo>
                  <a:pt x="0" y="0"/>
                </a:moveTo>
                <a:lnTo>
                  <a:pt x="12442205" y="0"/>
                </a:lnTo>
                <a:lnTo>
                  <a:pt x="12442205" y="3499370"/>
                </a:lnTo>
                <a:lnTo>
                  <a:pt x="0" y="349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272" y="8444030"/>
            <a:ext cx="5147839" cy="3802966"/>
          </a:xfrm>
          <a:custGeom>
            <a:avLst/>
            <a:gdLst/>
            <a:ahLst/>
            <a:cxnLst/>
            <a:rect r="r" b="b" t="t" l="l"/>
            <a:pathLst>
              <a:path h="3802966" w="5147839">
                <a:moveTo>
                  <a:pt x="0" y="0"/>
                </a:moveTo>
                <a:lnTo>
                  <a:pt x="5147839" y="0"/>
                </a:lnTo>
                <a:lnTo>
                  <a:pt x="5147839" y="3802966"/>
                </a:lnTo>
                <a:lnTo>
                  <a:pt x="0" y="3802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19990" y="272653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5441" y="780021"/>
            <a:ext cx="10494536" cy="13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USE CASE  DIAGRAM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6451" y="1028700"/>
            <a:ext cx="53572" cy="586740"/>
            <a:chOff x="0" y="0"/>
            <a:chExt cx="14109" cy="154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14210" y="1059508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636927" y="7921940"/>
            <a:ext cx="12261789" cy="3448628"/>
          </a:xfrm>
          <a:custGeom>
            <a:avLst/>
            <a:gdLst/>
            <a:ahLst/>
            <a:cxnLst/>
            <a:rect r="r" b="b" t="t" l="l"/>
            <a:pathLst>
              <a:path h="3448628" w="12261789">
                <a:moveTo>
                  <a:pt x="0" y="0"/>
                </a:moveTo>
                <a:lnTo>
                  <a:pt x="12261789" y="0"/>
                </a:lnTo>
                <a:lnTo>
                  <a:pt x="12261789" y="3448628"/>
                </a:lnTo>
                <a:lnTo>
                  <a:pt x="0" y="344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4753" y="760971"/>
            <a:ext cx="14916187" cy="12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16"/>
              </a:lnSpc>
              <a:spcBef>
                <a:spcPct val="0"/>
              </a:spcBef>
            </a:pPr>
            <a:r>
              <a:rPr lang="en-US" b="true" sz="9600" i="true" spc="-595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Advantages and Disadvantages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576" y="2000400"/>
            <a:ext cx="6962377" cy="5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2799" spc="1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3979" y="2535371"/>
            <a:ext cx="9803668" cy="327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Simple and Ligthweigth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user-Friendly Interface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Favorites Feature -revisit  Favorites  song quickly  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Offline Support</a:t>
            </a:r>
          </a:p>
          <a:p>
            <a:pPr algn="l" marL="472332" indent="-236166" lvl="1">
              <a:lnSpc>
                <a:spcPts val="3719"/>
              </a:lnSpc>
              <a:spcBef>
                <a:spcPct val="0"/>
              </a:spcBef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Customizable and Expandable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203" y="5649885"/>
            <a:ext cx="6962377" cy="5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2799" spc="1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Disadvantages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576" y="6181686"/>
            <a:ext cx="9102271" cy="327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Real-Time Streaming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User Authentication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Limited Storage</a:t>
            </a:r>
          </a:p>
          <a:p>
            <a:pPr algn="l" marL="472332" indent="-236166" lvl="1">
              <a:lnSpc>
                <a:spcPts val="3719"/>
              </a:lnSpc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Cloud Sync</a:t>
            </a:r>
          </a:p>
          <a:p>
            <a:pPr algn="l" marL="472332" indent="-236166" lvl="1">
              <a:lnSpc>
                <a:spcPts val="3719"/>
              </a:lnSpc>
              <a:spcBef>
                <a:spcPct val="0"/>
              </a:spcBef>
              <a:buAutoNum type="arabicPeriod" startAt="1"/>
            </a:pPr>
            <a:r>
              <a:rPr lang="en-US" sz="2187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Basic UI/UX-Application like Spotify or Apple Music.</a:t>
            </a:r>
          </a:p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622262" y="2581360"/>
            <a:ext cx="5790921" cy="6040074"/>
          </a:xfrm>
          <a:custGeom>
            <a:avLst/>
            <a:gdLst/>
            <a:ahLst/>
            <a:cxnLst/>
            <a:rect r="r" b="b" t="t" l="l"/>
            <a:pathLst>
              <a:path h="6040074" w="5790921">
                <a:moveTo>
                  <a:pt x="0" y="0"/>
                </a:moveTo>
                <a:lnTo>
                  <a:pt x="5790921" y="0"/>
                </a:lnTo>
                <a:lnTo>
                  <a:pt x="5790921" y="6040074"/>
                </a:lnTo>
                <a:lnTo>
                  <a:pt x="0" y="604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67647" y="4617261"/>
            <a:ext cx="7058615" cy="4641039"/>
          </a:xfrm>
          <a:custGeom>
            <a:avLst/>
            <a:gdLst/>
            <a:ahLst/>
            <a:cxnLst/>
            <a:rect r="r" b="b" t="t" l="l"/>
            <a:pathLst>
              <a:path h="4641039" w="7058615">
                <a:moveTo>
                  <a:pt x="0" y="0"/>
                </a:moveTo>
                <a:lnTo>
                  <a:pt x="7058615" y="0"/>
                </a:lnTo>
                <a:lnTo>
                  <a:pt x="7058615" y="4641039"/>
                </a:lnTo>
                <a:lnTo>
                  <a:pt x="0" y="4641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00012" y="847732"/>
            <a:ext cx="10358153" cy="13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SAFETY FIRST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5914" y="2765734"/>
            <a:ext cx="15871347" cy="585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4"/>
              </a:lnSpc>
            </a:pPr>
            <a:r>
              <a:rPr lang="en-US" sz="2696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1.Create Playlist:</a:t>
            </a:r>
          </a:p>
          <a:p>
            <a:pPr algn="l">
              <a:lnSpc>
                <a:spcPts val="4034"/>
              </a:lnSpc>
            </a:pPr>
            <a:r>
              <a:rPr lang="en-US" sz="2372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Let user make their own mi=usic playlist</a:t>
            </a:r>
          </a:p>
          <a:p>
            <a:pPr algn="l">
              <a:lnSpc>
                <a:spcPts val="4584"/>
              </a:lnSpc>
            </a:pPr>
            <a:r>
              <a:rPr lang="en-US" sz="2696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2.Upload Songs: </a:t>
            </a:r>
          </a:p>
          <a:p>
            <a:pPr algn="l">
              <a:lnSpc>
                <a:spcPts val="4034"/>
              </a:lnSpc>
            </a:pPr>
            <a:r>
              <a:rPr lang="en-US" sz="2372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Allow users to add their own MP3 files</a:t>
            </a:r>
          </a:p>
          <a:p>
            <a:pPr algn="l">
              <a:lnSpc>
                <a:spcPts val="4584"/>
              </a:lnSpc>
            </a:pPr>
            <a:r>
              <a:rPr lang="en-US" sz="2696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3.Online Music:</a:t>
            </a:r>
          </a:p>
          <a:p>
            <a:pPr algn="l">
              <a:lnSpc>
                <a:spcPts val="4034"/>
              </a:lnSpc>
            </a:pPr>
            <a:r>
              <a:rPr lang="en-US" sz="2372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Add support to stream songs from the internet</a:t>
            </a:r>
          </a:p>
          <a:p>
            <a:pPr algn="l">
              <a:lnSpc>
                <a:spcPts val="4584"/>
              </a:lnSpc>
            </a:pPr>
            <a:r>
              <a:rPr lang="en-US" sz="2696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4.Save Favorites Premanently:</a:t>
            </a:r>
          </a:p>
          <a:p>
            <a:pPr algn="l">
              <a:lnSpc>
                <a:spcPts val="4034"/>
              </a:lnSpc>
            </a:pPr>
            <a:r>
              <a:rPr lang="en-US" sz="2372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Store favorite songs using local storage or database</a:t>
            </a:r>
          </a:p>
          <a:p>
            <a:pPr algn="l">
              <a:lnSpc>
                <a:spcPts val="4584"/>
              </a:lnSpc>
            </a:pPr>
            <a:r>
              <a:rPr lang="en-US" sz="2696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5.user login:</a:t>
            </a:r>
          </a:p>
          <a:p>
            <a:pPr algn="l">
              <a:lnSpc>
                <a:spcPts val="4034"/>
              </a:lnSpc>
              <a:spcBef>
                <a:spcPct val="0"/>
              </a:spcBef>
            </a:pPr>
            <a:r>
              <a:rPr lang="en-US" sz="2372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Add login/singup so users can save their songs</a:t>
            </a:r>
          </a:p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753646" y="1727956"/>
            <a:ext cx="5790921" cy="6040074"/>
          </a:xfrm>
          <a:custGeom>
            <a:avLst/>
            <a:gdLst/>
            <a:ahLst/>
            <a:cxnLst/>
            <a:rect r="r" b="b" t="t" l="l"/>
            <a:pathLst>
              <a:path h="6040074" w="5790921">
                <a:moveTo>
                  <a:pt x="0" y="0"/>
                </a:moveTo>
                <a:lnTo>
                  <a:pt x="5790921" y="0"/>
                </a:lnTo>
                <a:lnTo>
                  <a:pt x="5790921" y="6040074"/>
                </a:lnTo>
                <a:lnTo>
                  <a:pt x="0" y="6040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99031" y="3763857"/>
            <a:ext cx="7058615" cy="4641039"/>
          </a:xfrm>
          <a:custGeom>
            <a:avLst/>
            <a:gdLst/>
            <a:ahLst/>
            <a:cxnLst/>
            <a:rect r="r" b="b" t="t" l="l"/>
            <a:pathLst>
              <a:path h="4641039" w="7058615">
                <a:moveTo>
                  <a:pt x="0" y="0"/>
                </a:moveTo>
                <a:lnTo>
                  <a:pt x="7058615" y="0"/>
                </a:lnTo>
                <a:lnTo>
                  <a:pt x="7058615" y="4641039"/>
                </a:lnTo>
                <a:lnTo>
                  <a:pt x="0" y="4641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41899" y="8070575"/>
            <a:ext cx="12697310" cy="3571118"/>
          </a:xfrm>
          <a:custGeom>
            <a:avLst/>
            <a:gdLst/>
            <a:ahLst/>
            <a:cxnLst/>
            <a:rect r="r" b="b" t="t" l="l"/>
            <a:pathLst>
              <a:path h="3571118" w="12697310">
                <a:moveTo>
                  <a:pt x="0" y="0"/>
                </a:moveTo>
                <a:lnTo>
                  <a:pt x="12697309" y="0"/>
                </a:lnTo>
                <a:lnTo>
                  <a:pt x="12697309" y="3571118"/>
                </a:lnTo>
                <a:lnTo>
                  <a:pt x="0" y="3571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36886" y="2341365"/>
            <a:ext cx="5790921" cy="6040074"/>
          </a:xfrm>
          <a:custGeom>
            <a:avLst/>
            <a:gdLst/>
            <a:ahLst/>
            <a:cxnLst/>
            <a:rect r="r" b="b" t="t" l="l"/>
            <a:pathLst>
              <a:path h="6040074" w="5790921">
                <a:moveTo>
                  <a:pt x="0" y="0"/>
                </a:moveTo>
                <a:lnTo>
                  <a:pt x="5790921" y="0"/>
                </a:lnTo>
                <a:lnTo>
                  <a:pt x="5790921" y="6040074"/>
                </a:lnTo>
                <a:lnTo>
                  <a:pt x="0" y="604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33645" y="2756601"/>
            <a:ext cx="1522068" cy="5484930"/>
          </a:xfrm>
          <a:custGeom>
            <a:avLst/>
            <a:gdLst/>
            <a:ahLst/>
            <a:cxnLst/>
            <a:rect r="r" b="b" t="t" l="l"/>
            <a:pathLst>
              <a:path h="5484930" w="1522068">
                <a:moveTo>
                  <a:pt x="0" y="0"/>
                </a:moveTo>
                <a:lnTo>
                  <a:pt x="1522068" y="0"/>
                </a:lnTo>
                <a:lnTo>
                  <a:pt x="1522068" y="5484929"/>
                </a:lnTo>
                <a:lnTo>
                  <a:pt x="0" y="5484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2272" y="4377266"/>
            <a:ext cx="7058615" cy="4641039"/>
          </a:xfrm>
          <a:custGeom>
            <a:avLst/>
            <a:gdLst/>
            <a:ahLst/>
            <a:cxnLst/>
            <a:rect r="r" b="b" t="t" l="l"/>
            <a:pathLst>
              <a:path h="4641039" w="7058615">
                <a:moveTo>
                  <a:pt x="0" y="0"/>
                </a:moveTo>
                <a:lnTo>
                  <a:pt x="7058614" y="0"/>
                </a:lnTo>
                <a:lnTo>
                  <a:pt x="7058614" y="4641039"/>
                </a:lnTo>
                <a:lnTo>
                  <a:pt x="0" y="4641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96548" y="780021"/>
            <a:ext cx="6962377" cy="13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0"/>
              </a:lnSpc>
              <a:spcBef>
                <a:spcPct val="0"/>
              </a:spcBef>
            </a:pPr>
            <a:r>
              <a:rPr lang="en-US" b="true" sz="10146" i="true" spc="-629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6548" y="2073000"/>
            <a:ext cx="7849402" cy="74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Mini Music Player with Favorites is a lightweight and user-friendly web application that demonstrates how core web technologies — HTML, CSS, and JavaScript — can be combined to create a functional and interactive media player. It allows users to play songs, navigate between tracks, and save their favorite music without the need for login or backend support.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This project showcases the fundamental principles of frontend development, such as DOM manipulation, event handling, and responsive design. Although simple, it lays a strong foundation for building more advanced music applications with features like playlist management, streaming support, and user authentication.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489286" y="2493765"/>
            <a:ext cx="5790921" cy="6040074"/>
          </a:xfrm>
          <a:custGeom>
            <a:avLst/>
            <a:gdLst/>
            <a:ahLst/>
            <a:cxnLst/>
            <a:rect r="r" b="b" t="t" l="l"/>
            <a:pathLst>
              <a:path h="6040074" w="5790921">
                <a:moveTo>
                  <a:pt x="0" y="0"/>
                </a:moveTo>
                <a:lnTo>
                  <a:pt x="5790921" y="0"/>
                </a:lnTo>
                <a:lnTo>
                  <a:pt x="5790921" y="6040074"/>
                </a:lnTo>
                <a:lnTo>
                  <a:pt x="0" y="604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86045" y="2909001"/>
            <a:ext cx="1522068" cy="5484930"/>
          </a:xfrm>
          <a:custGeom>
            <a:avLst/>
            <a:gdLst/>
            <a:ahLst/>
            <a:cxnLst/>
            <a:rect r="r" b="b" t="t" l="l"/>
            <a:pathLst>
              <a:path h="5484930" w="1522068">
                <a:moveTo>
                  <a:pt x="0" y="0"/>
                </a:moveTo>
                <a:lnTo>
                  <a:pt x="1522068" y="0"/>
                </a:lnTo>
                <a:lnTo>
                  <a:pt x="1522068" y="5484929"/>
                </a:lnTo>
                <a:lnTo>
                  <a:pt x="0" y="5484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4672" y="4529666"/>
            <a:ext cx="7058615" cy="4641039"/>
          </a:xfrm>
          <a:custGeom>
            <a:avLst/>
            <a:gdLst/>
            <a:ahLst/>
            <a:cxnLst/>
            <a:rect r="r" b="b" t="t" l="l"/>
            <a:pathLst>
              <a:path h="4641039" w="7058615">
                <a:moveTo>
                  <a:pt x="0" y="0"/>
                </a:moveTo>
                <a:lnTo>
                  <a:pt x="7058614" y="0"/>
                </a:lnTo>
                <a:lnTo>
                  <a:pt x="7058614" y="4641039"/>
                </a:lnTo>
                <a:lnTo>
                  <a:pt x="0" y="4641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49" r="0" b="-28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811831"/>
            <a:ext cx="16230600" cy="4564856"/>
          </a:xfrm>
          <a:custGeom>
            <a:avLst/>
            <a:gdLst/>
            <a:ahLst/>
            <a:cxnLst/>
            <a:rect r="r" b="b" t="t" l="l"/>
            <a:pathLst>
              <a:path h="4564856" w="16230600">
                <a:moveTo>
                  <a:pt x="0" y="0"/>
                </a:moveTo>
                <a:lnTo>
                  <a:pt x="16230600" y="0"/>
                </a:lnTo>
                <a:lnTo>
                  <a:pt x="16230600" y="4564856"/>
                </a:lnTo>
                <a:lnTo>
                  <a:pt x="0" y="456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358" y="2322823"/>
            <a:ext cx="5035332" cy="3719852"/>
          </a:xfrm>
          <a:custGeom>
            <a:avLst/>
            <a:gdLst/>
            <a:ahLst/>
            <a:cxnLst/>
            <a:rect r="r" b="b" t="t" l="l"/>
            <a:pathLst>
              <a:path h="3719852" w="5035332">
                <a:moveTo>
                  <a:pt x="0" y="0"/>
                </a:moveTo>
                <a:lnTo>
                  <a:pt x="5035332" y="0"/>
                </a:lnTo>
                <a:lnTo>
                  <a:pt x="5035332" y="3719852"/>
                </a:lnTo>
                <a:lnTo>
                  <a:pt x="0" y="3719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875222" y="1126951"/>
            <a:ext cx="384078" cy="47625"/>
            <a:chOff x="0" y="0"/>
            <a:chExt cx="101156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75222" y="1256432"/>
            <a:ext cx="384078" cy="47625"/>
            <a:chOff x="0" y="0"/>
            <a:chExt cx="101156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75222" y="1389782"/>
            <a:ext cx="384078" cy="47625"/>
            <a:chOff x="0" y="0"/>
            <a:chExt cx="10115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156" cy="12543"/>
            </a:xfrm>
            <a:custGeom>
              <a:avLst/>
              <a:gdLst/>
              <a:ahLst/>
              <a:cxnLst/>
              <a:rect r="r" b="b" t="t" l="l"/>
              <a:pathLst>
                <a:path h="12543" w="101156">
                  <a:moveTo>
                    <a:pt x="6272" y="0"/>
                  </a:moveTo>
                  <a:lnTo>
                    <a:pt x="94885" y="0"/>
                  </a:lnTo>
                  <a:cubicBezTo>
                    <a:pt x="96548" y="0"/>
                    <a:pt x="98143" y="661"/>
                    <a:pt x="99320" y="1837"/>
                  </a:cubicBezTo>
                  <a:cubicBezTo>
                    <a:pt x="100496" y="3013"/>
                    <a:pt x="101156" y="4608"/>
                    <a:pt x="101156" y="6272"/>
                  </a:cubicBezTo>
                  <a:lnTo>
                    <a:pt x="101156" y="6272"/>
                  </a:lnTo>
                  <a:cubicBezTo>
                    <a:pt x="101156" y="7935"/>
                    <a:pt x="100496" y="9530"/>
                    <a:pt x="99320" y="10706"/>
                  </a:cubicBezTo>
                  <a:cubicBezTo>
                    <a:pt x="98143" y="11882"/>
                    <a:pt x="96548" y="12543"/>
                    <a:pt x="9488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01156" cy="13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53572" cy="586740"/>
            <a:chOff x="0" y="0"/>
            <a:chExt cx="14109" cy="154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09" cy="154532"/>
            </a:xfrm>
            <a:custGeom>
              <a:avLst/>
              <a:gdLst/>
              <a:ahLst/>
              <a:cxnLst/>
              <a:rect r="r" b="b" t="t" l="l"/>
              <a:pathLst>
                <a:path h="154532" w="14109">
                  <a:moveTo>
                    <a:pt x="7055" y="0"/>
                  </a:moveTo>
                  <a:lnTo>
                    <a:pt x="7055" y="0"/>
                  </a:lnTo>
                  <a:cubicBezTo>
                    <a:pt x="8926" y="0"/>
                    <a:pt x="10720" y="743"/>
                    <a:pt x="12043" y="2066"/>
                  </a:cubicBezTo>
                  <a:cubicBezTo>
                    <a:pt x="13366" y="3389"/>
                    <a:pt x="14109" y="5184"/>
                    <a:pt x="14109" y="7055"/>
                  </a:cubicBezTo>
                  <a:lnTo>
                    <a:pt x="14109" y="147478"/>
                  </a:lnTo>
                  <a:cubicBezTo>
                    <a:pt x="14109" y="149349"/>
                    <a:pt x="13366" y="151143"/>
                    <a:pt x="12043" y="152466"/>
                  </a:cubicBezTo>
                  <a:cubicBezTo>
                    <a:pt x="10720" y="153789"/>
                    <a:pt x="8926" y="154532"/>
                    <a:pt x="7055" y="154532"/>
                  </a:cubicBezTo>
                  <a:lnTo>
                    <a:pt x="7055" y="154532"/>
                  </a:lnTo>
                  <a:cubicBezTo>
                    <a:pt x="3159" y="154532"/>
                    <a:pt x="0" y="151374"/>
                    <a:pt x="0" y="147478"/>
                  </a:cubicBezTo>
                  <a:lnTo>
                    <a:pt x="0" y="7055"/>
                  </a:lnTo>
                  <a:cubicBezTo>
                    <a:pt x="0" y="3159"/>
                    <a:pt x="3159" y="0"/>
                    <a:pt x="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14109" cy="278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09043" y="1019175"/>
            <a:ext cx="89263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Fest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670715" y="7318696"/>
            <a:ext cx="2665336" cy="576255"/>
            <a:chOff x="0" y="0"/>
            <a:chExt cx="701981" cy="1517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1982" cy="151771"/>
            </a:xfrm>
            <a:custGeom>
              <a:avLst/>
              <a:gdLst/>
              <a:ahLst/>
              <a:cxnLst/>
              <a:rect r="r" b="b" t="t" l="l"/>
              <a:pathLst>
                <a:path h="151771" w="701982">
                  <a:moveTo>
                    <a:pt x="75885" y="0"/>
                  </a:moveTo>
                  <a:lnTo>
                    <a:pt x="626096" y="0"/>
                  </a:lnTo>
                  <a:cubicBezTo>
                    <a:pt x="646222" y="0"/>
                    <a:pt x="665524" y="7995"/>
                    <a:pt x="679755" y="22226"/>
                  </a:cubicBezTo>
                  <a:cubicBezTo>
                    <a:pt x="693986" y="36458"/>
                    <a:pt x="701982" y="55759"/>
                    <a:pt x="701982" y="75885"/>
                  </a:cubicBezTo>
                  <a:lnTo>
                    <a:pt x="701982" y="75885"/>
                  </a:lnTo>
                  <a:cubicBezTo>
                    <a:pt x="701982" y="117796"/>
                    <a:pt x="668006" y="151771"/>
                    <a:pt x="626096" y="151771"/>
                  </a:cubicBezTo>
                  <a:lnTo>
                    <a:pt x="75885" y="151771"/>
                  </a:lnTo>
                  <a:cubicBezTo>
                    <a:pt x="55759" y="151771"/>
                    <a:pt x="36458" y="143776"/>
                    <a:pt x="22226" y="129545"/>
                  </a:cubicBezTo>
                  <a:cubicBezTo>
                    <a:pt x="7995" y="115313"/>
                    <a:pt x="0" y="96011"/>
                    <a:pt x="0" y="75885"/>
                  </a:cubicBezTo>
                  <a:lnTo>
                    <a:pt x="0" y="75885"/>
                  </a:lnTo>
                  <a:cubicBezTo>
                    <a:pt x="0" y="55759"/>
                    <a:pt x="7995" y="36458"/>
                    <a:pt x="22226" y="22226"/>
                  </a:cubicBezTo>
                  <a:cubicBezTo>
                    <a:pt x="36458" y="7995"/>
                    <a:pt x="55759" y="0"/>
                    <a:pt x="758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A12A5">
                    <a:alpha val="100000"/>
                  </a:srgbClr>
                </a:gs>
                <a:gs pos="100000">
                  <a:srgbClr val="EF29FF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701981" cy="275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721720" y="7308374"/>
            <a:ext cx="2563326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b="true" sz="2300" spc="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See You Next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51949" y="2750092"/>
            <a:ext cx="14384102" cy="346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6"/>
              </a:lnSpc>
              <a:spcBef>
                <a:spcPct val="0"/>
              </a:spcBef>
            </a:pPr>
            <a:r>
              <a:rPr lang="en-US" b="true" sz="26683" i="true" spc="-1654">
                <a:solidFill>
                  <a:srgbClr val="FD02FC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THANK YOU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91120" y="7306620"/>
            <a:ext cx="6128594" cy="65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473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DAGtrAAXJ_Y</dc:identifier>
  <dcterms:modified xsi:type="dcterms:W3CDTF">2011-08-01T06:04:30Z</dcterms:modified>
  <cp:revision>1</cp:revision>
  <dc:title>Purple Gradient Neon Futuristic Music Festival Presentation</dc:title>
</cp:coreProperties>
</file>